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21"/>
    <a:srgbClr val="6D7A9C"/>
    <a:srgbClr val="181B2A"/>
    <a:srgbClr val="A2BB93"/>
    <a:srgbClr val="927A78"/>
    <a:srgbClr val="4E5777"/>
    <a:srgbClr val="000000"/>
    <a:srgbClr val="090915"/>
    <a:srgbClr val="030A1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52072F-4929-4E63-9D34-A2A1D6459320}" v="3" dt="2025-11-08T02:42:17.3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 Banville" userId="8be915f0-3f0a-4a05-97c3-f4d9790eab96" providerId="ADAL" clId="{BC601F08-1BDA-4126-AE0C-DFD186A5B83B}"/>
    <pc:docChg chg="custSel addSld modSld">
      <pc:chgData name="Francis Banville" userId="8be915f0-3f0a-4a05-97c3-f4d9790eab96" providerId="ADAL" clId="{BC601F08-1BDA-4126-AE0C-DFD186A5B83B}" dt="2025-11-08T02:42:28.683" v="14" actId="1076"/>
      <pc:docMkLst>
        <pc:docMk/>
      </pc:docMkLst>
      <pc:sldChg chg="addSp delSp modSp new mod setBg">
        <pc:chgData name="Francis Banville" userId="8be915f0-3f0a-4a05-97c3-f4d9790eab96" providerId="ADAL" clId="{BC601F08-1BDA-4126-AE0C-DFD186A5B83B}" dt="2025-11-08T02:42:28.683" v="14" actId="1076"/>
        <pc:sldMkLst>
          <pc:docMk/>
          <pc:sldMk cId="2550920875" sldId="258"/>
        </pc:sldMkLst>
        <pc:spChg chg="del">
          <ac:chgData name="Francis Banville" userId="8be915f0-3f0a-4a05-97c3-f4d9790eab96" providerId="ADAL" clId="{BC601F08-1BDA-4126-AE0C-DFD186A5B83B}" dt="2025-11-08T02:41:09.849" v="1" actId="478"/>
          <ac:spMkLst>
            <pc:docMk/>
            <pc:sldMk cId="2550920875" sldId="258"/>
            <ac:spMk id="2" creationId="{43D354C1-A169-F29F-72F8-CFC7AE93B00A}"/>
          </ac:spMkLst>
        </pc:spChg>
        <pc:spChg chg="del">
          <ac:chgData name="Francis Banville" userId="8be915f0-3f0a-4a05-97c3-f4d9790eab96" providerId="ADAL" clId="{BC601F08-1BDA-4126-AE0C-DFD186A5B83B}" dt="2025-11-08T02:41:11.529" v="2" actId="478"/>
          <ac:spMkLst>
            <pc:docMk/>
            <pc:sldMk cId="2550920875" sldId="258"/>
            <ac:spMk id="3" creationId="{789E047E-6CAE-6E78-B2C7-47F995005379}"/>
          </ac:spMkLst>
        </pc:spChg>
        <pc:picChg chg="add mod">
          <ac:chgData name="Francis Banville" userId="8be915f0-3f0a-4a05-97c3-f4d9790eab96" providerId="ADAL" clId="{BC601F08-1BDA-4126-AE0C-DFD186A5B83B}" dt="2025-11-08T02:42:04.003" v="6" actId="962"/>
          <ac:picMkLst>
            <pc:docMk/>
            <pc:sldMk cId="2550920875" sldId="258"/>
            <ac:picMk id="5" creationId="{676BEA68-3ED2-C0CE-3EFF-F13CB28D4093}"/>
          </ac:picMkLst>
        </pc:picChg>
        <pc:picChg chg="add mod">
          <ac:chgData name="Francis Banville" userId="8be915f0-3f0a-4a05-97c3-f4d9790eab96" providerId="ADAL" clId="{BC601F08-1BDA-4126-AE0C-DFD186A5B83B}" dt="2025-11-08T02:42:28.683" v="14" actId="1076"/>
          <ac:picMkLst>
            <pc:docMk/>
            <pc:sldMk cId="2550920875" sldId="258"/>
            <ac:picMk id="7" creationId="{FE377E59-7242-63CC-02BF-6C5F7ABD814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768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545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98208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3979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0233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01597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28454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725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60792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4716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1069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BDA79E-ECE0-4F78-BA93-E393AD04CE65}" type="datetimeFigureOut">
              <a:rPr lang="fr-CA" smtClean="0"/>
              <a:t>2025-11-07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276647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habits, plein air, personne, arbre&#10;&#10;Description générée automatiquement">
            <a:extLst>
              <a:ext uri="{FF2B5EF4-FFF2-40B4-BE49-F238E27FC236}">
                <a16:creationId xmlns:a16="http://schemas.microsoft.com/office/drawing/2014/main" id="{F4928679-2978-A755-C37E-FE672B3AD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215" y="315526"/>
            <a:ext cx="3985260" cy="597789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0DA2AB0-C7E9-85EE-8BFC-DB3285787EE7}"/>
              </a:ext>
            </a:extLst>
          </p:cNvPr>
          <p:cNvSpPr txBox="1"/>
          <p:nvPr/>
        </p:nvSpPr>
        <p:spPr>
          <a:xfrm>
            <a:off x="4387215" y="6062584"/>
            <a:ext cx="3985260" cy="230832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A" sz="9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© </a:t>
            </a:r>
            <a:r>
              <a:rPr lang="fr-CA" sz="900" dirty="0">
                <a:latin typeface="Arial" panose="020B0604020202020204" pitchFamily="34" charset="0"/>
                <a:cs typeface="Arial" panose="020B0604020202020204" pitchFamily="34" charset="0"/>
              </a:rPr>
              <a:t>Sentinelle Nord, Université Laval</a:t>
            </a:r>
          </a:p>
        </p:txBody>
      </p:sp>
      <p:sp>
        <p:nvSpPr>
          <p:cNvPr id="2" name="Larme 1">
            <a:extLst>
              <a:ext uri="{FF2B5EF4-FFF2-40B4-BE49-F238E27FC236}">
                <a16:creationId xmlns:a16="http://schemas.microsoft.com/office/drawing/2014/main" id="{4FEB8B90-FD80-C414-DB84-6096506E18FA}"/>
              </a:ext>
            </a:extLst>
          </p:cNvPr>
          <p:cNvSpPr/>
          <p:nvPr/>
        </p:nvSpPr>
        <p:spPr>
          <a:xfrm>
            <a:off x="6096000" y="5208270"/>
            <a:ext cx="306705" cy="175259"/>
          </a:xfrm>
          <a:prstGeom prst="teardrop">
            <a:avLst>
              <a:gd name="adj" fmla="val 74534"/>
            </a:avLst>
          </a:prstGeom>
          <a:gradFill flip="none" rotWithShape="1">
            <a:gsLst>
              <a:gs pos="0">
                <a:srgbClr val="6D7A9C"/>
              </a:gs>
              <a:gs pos="100000">
                <a:srgbClr val="101421"/>
              </a:gs>
            </a:gsLst>
            <a:lin ang="0" scaled="1"/>
            <a:tileRect/>
          </a:gra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03003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oiseau, texte, clipart, Graphique&#10;&#10;Description générée automatiquement">
            <a:extLst>
              <a:ext uri="{FF2B5EF4-FFF2-40B4-BE49-F238E27FC236}">
                <a16:creationId xmlns:a16="http://schemas.microsoft.com/office/drawing/2014/main" id="{4611BF59-DDBA-3E93-635C-C1723990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75" y="766762"/>
            <a:ext cx="8553450" cy="53244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3F56E9F-02D4-B78B-C067-F55B25D8B67A}"/>
              </a:ext>
            </a:extLst>
          </p:cNvPr>
          <p:cNvSpPr/>
          <p:nvPr/>
        </p:nvSpPr>
        <p:spPr>
          <a:xfrm>
            <a:off x="2429435" y="3801035"/>
            <a:ext cx="7252447" cy="11385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6000" b="1" dirty="0">
                <a:solidFill>
                  <a:schemeClr val="bg1"/>
                </a:solidFill>
                <a:latin typeface="Montserrat" panose="00000500000000000000" pitchFamily="2" charset="0"/>
              </a:rPr>
              <a:t>Francis Banville</a:t>
            </a:r>
          </a:p>
        </p:txBody>
      </p:sp>
    </p:spTree>
    <p:extLst>
      <p:ext uri="{BB962C8B-B14F-4D97-AF65-F5344CB8AC3E}">
        <p14:creationId xmlns:p14="http://schemas.microsoft.com/office/powerpoint/2010/main" val="2091697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roquis, dessin, art, illustration&#10;&#10;Le contenu généré par l’IA peut être incorrect.">
            <a:extLst>
              <a:ext uri="{FF2B5EF4-FFF2-40B4-BE49-F238E27FC236}">
                <a16:creationId xmlns:a16="http://schemas.microsoft.com/office/drawing/2014/main" id="{676BEA68-3ED2-C0CE-3EFF-F13CB28D4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663" y="1223335"/>
            <a:ext cx="8592673" cy="4411330"/>
          </a:xfrm>
          <a:prstGeom prst="rect">
            <a:avLst/>
          </a:prstGeom>
        </p:spPr>
      </p:pic>
      <p:pic>
        <p:nvPicPr>
          <p:cNvPr id="7" name="Image 6" descr="Une image contenant diagramme, texte, capture d’écran, Tracé&#10;&#10;Le contenu généré par l’IA peut être incorrect.">
            <a:extLst>
              <a:ext uri="{FF2B5EF4-FFF2-40B4-BE49-F238E27FC236}">
                <a16:creationId xmlns:a16="http://schemas.microsoft.com/office/drawing/2014/main" id="{FE377E59-7242-63CC-02BF-6C5F7ABD81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4152" y="1329114"/>
            <a:ext cx="6163694" cy="4199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920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</TotalTime>
  <Words>8</Words>
  <Application>Microsoft Office PowerPoint</Application>
  <PresentationFormat>Grand écran</PresentationFormat>
  <Paragraphs>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Montserrat</vt:lpstr>
      <vt:lpstr>Office Theme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Francis Banville</dc:creator>
  <cp:lastModifiedBy>Francis Banville</cp:lastModifiedBy>
  <cp:revision>4</cp:revision>
  <dcterms:created xsi:type="dcterms:W3CDTF">2023-07-18T16:42:58Z</dcterms:created>
  <dcterms:modified xsi:type="dcterms:W3CDTF">2025-11-08T02:42:31Z</dcterms:modified>
</cp:coreProperties>
</file>