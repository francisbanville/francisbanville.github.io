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421"/>
    <a:srgbClr val="6D7A9C"/>
    <a:srgbClr val="181B2A"/>
    <a:srgbClr val="A2BB93"/>
    <a:srgbClr val="927A78"/>
    <a:srgbClr val="4E5777"/>
    <a:srgbClr val="000000"/>
    <a:srgbClr val="090915"/>
    <a:srgbClr val="030A1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 Banville" userId="8be915f0-3f0a-4a05-97c3-f4d9790eab96" providerId="ADAL" clId="{BC601F08-1BDA-4126-AE0C-DFD186A5B83B}"/>
    <pc:docChg chg="undo custSel addSld modSld">
      <pc:chgData name="Francis Banville" userId="8be915f0-3f0a-4a05-97c3-f4d9790eab96" providerId="ADAL" clId="{BC601F08-1BDA-4126-AE0C-DFD186A5B83B}" dt="2026-05-14T12:52:34.175" v="48" actId="1076"/>
      <pc:docMkLst>
        <pc:docMk/>
      </pc:docMkLst>
      <pc:sldChg chg="addSp delSp modSp new mod setBg">
        <pc:chgData name="Francis Banville" userId="8be915f0-3f0a-4a05-97c3-f4d9790eab96" providerId="ADAL" clId="{BC601F08-1BDA-4126-AE0C-DFD186A5B83B}" dt="2026-05-14T12:52:34.175" v="48" actId="1076"/>
        <pc:sldMkLst>
          <pc:docMk/>
          <pc:sldMk cId="2550920875" sldId="258"/>
        </pc:sldMkLst>
        <pc:picChg chg="add mod">
          <ac:chgData name="Francis Banville" userId="8be915f0-3f0a-4a05-97c3-f4d9790eab96" providerId="ADAL" clId="{BC601F08-1BDA-4126-AE0C-DFD186A5B83B}" dt="2026-05-14T12:52:34.175" v="48" actId="1076"/>
          <ac:picMkLst>
            <pc:docMk/>
            <pc:sldMk cId="2550920875" sldId="258"/>
            <ac:picMk id="3" creationId="{97B2515D-DB36-A10C-6B21-E209C409902C}"/>
          </ac:picMkLst>
        </pc:picChg>
        <pc:picChg chg="add mod">
          <ac:chgData name="Francis Banville" userId="8be915f0-3f0a-4a05-97c3-f4d9790eab96" providerId="ADAL" clId="{BC601F08-1BDA-4126-AE0C-DFD186A5B83B}" dt="2026-05-14T12:52:32.221" v="47" actId="1076"/>
          <ac:picMkLst>
            <pc:docMk/>
            <pc:sldMk cId="2550920875" sldId="258"/>
            <ac:picMk id="5" creationId="{676BEA68-3ED2-C0CE-3EFF-F13CB28D40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768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654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820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3979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023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159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845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72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079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4716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6106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DA79E-ECE0-4F78-BA93-E393AD04CE6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E7F12-A6C4-4003-80BE-51321E3C8C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76647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habits, plein air, personne, arbre&#10;&#10;Description générée automatiquement">
            <a:extLst>
              <a:ext uri="{FF2B5EF4-FFF2-40B4-BE49-F238E27FC236}">
                <a16:creationId xmlns:a16="http://schemas.microsoft.com/office/drawing/2014/main" id="{F4928679-2978-A755-C37E-FE672B3AD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15" y="315526"/>
            <a:ext cx="3985260" cy="59778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0DA2AB0-C7E9-85EE-8BFC-DB3285787EE7}"/>
              </a:ext>
            </a:extLst>
          </p:cNvPr>
          <p:cNvSpPr txBox="1"/>
          <p:nvPr/>
        </p:nvSpPr>
        <p:spPr>
          <a:xfrm>
            <a:off x="4387215" y="6062584"/>
            <a:ext cx="3985260" cy="230832"/>
          </a:xfrm>
          <a:prstGeom prst="rect">
            <a:avLst/>
          </a:prstGeom>
          <a:solidFill>
            <a:srgbClr val="0000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9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fr-CA" sz="900" dirty="0">
                <a:latin typeface="Arial" panose="020B0604020202020204" pitchFamily="34" charset="0"/>
                <a:cs typeface="Arial" panose="020B0604020202020204" pitchFamily="34" charset="0"/>
              </a:rPr>
              <a:t>Sentinelle Nord, Université Laval</a:t>
            </a:r>
          </a:p>
        </p:txBody>
      </p:sp>
      <p:sp>
        <p:nvSpPr>
          <p:cNvPr id="2" name="Larme 1">
            <a:extLst>
              <a:ext uri="{FF2B5EF4-FFF2-40B4-BE49-F238E27FC236}">
                <a16:creationId xmlns:a16="http://schemas.microsoft.com/office/drawing/2014/main" id="{4FEB8B90-FD80-C414-DB84-6096506E18FA}"/>
              </a:ext>
            </a:extLst>
          </p:cNvPr>
          <p:cNvSpPr/>
          <p:nvPr/>
        </p:nvSpPr>
        <p:spPr>
          <a:xfrm>
            <a:off x="6096000" y="5208270"/>
            <a:ext cx="306705" cy="175259"/>
          </a:xfrm>
          <a:prstGeom prst="teardrop">
            <a:avLst>
              <a:gd name="adj" fmla="val 74534"/>
            </a:avLst>
          </a:prstGeom>
          <a:gradFill flip="none" rotWithShape="1">
            <a:gsLst>
              <a:gs pos="0">
                <a:srgbClr val="6D7A9C"/>
              </a:gs>
              <a:gs pos="100000">
                <a:srgbClr val="101421"/>
              </a:gs>
            </a:gsLst>
            <a:lin ang="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0300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oiseau, texte, clipart, Graphique&#10;&#10;Description générée automatiquement">
            <a:extLst>
              <a:ext uri="{FF2B5EF4-FFF2-40B4-BE49-F238E27FC236}">
                <a16:creationId xmlns:a16="http://schemas.microsoft.com/office/drawing/2014/main" id="{4611BF59-DDBA-3E93-635C-C17239904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766762"/>
            <a:ext cx="8553450" cy="5324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F56E9F-02D4-B78B-C067-F55B25D8B67A}"/>
              </a:ext>
            </a:extLst>
          </p:cNvPr>
          <p:cNvSpPr/>
          <p:nvPr/>
        </p:nvSpPr>
        <p:spPr>
          <a:xfrm>
            <a:off x="2429435" y="3801035"/>
            <a:ext cx="7252447" cy="11385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6000" b="1" dirty="0">
                <a:solidFill>
                  <a:schemeClr val="bg1"/>
                </a:solidFill>
                <a:latin typeface="Montserrat" panose="00000500000000000000" pitchFamily="2" charset="0"/>
              </a:rPr>
              <a:t>Francis Banville</a:t>
            </a:r>
          </a:p>
        </p:txBody>
      </p:sp>
    </p:spTree>
    <p:extLst>
      <p:ext uri="{BB962C8B-B14F-4D97-AF65-F5344CB8AC3E}">
        <p14:creationId xmlns:p14="http://schemas.microsoft.com/office/powerpoint/2010/main" val="209169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roquis, dessin, art, illustration&#10;&#10;Le contenu généré par l’IA peut être incorrect.">
            <a:extLst>
              <a:ext uri="{FF2B5EF4-FFF2-40B4-BE49-F238E27FC236}">
                <a16:creationId xmlns:a16="http://schemas.microsoft.com/office/drawing/2014/main" id="{676BEA68-3ED2-C0CE-3EFF-F13CB28D4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663" y="1223335"/>
            <a:ext cx="8592673" cy="441133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FE3BE92-4201-6492-E45C-7165CD462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099" y="1459059"/>
            <a:ext cx="6713802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2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</TotalTime>
  <Words>8</Words>
  <Application>Microsoft Office PowerPoint</Application>
  <PresentationFormat>Grand écran</PresentationFormat>
  <Paragraphs>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Office Theme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Francis Banville</dc:creator>
  <cp:lastModifiedBy>Francis Banville</cp:lastModifiedBy>
  <cp:revision>7</cp:revision>
  <dcterms:created xsi:type="dcterms:W3CDTF">2023-07-18T16:42:58Z</dcterms:created>
  <dcterms:modified xsi:type="dcterms:W3CDTF">2026-09-16T21:00:23Z</dcterms:modified>
</cp:coreProperties>
</file>